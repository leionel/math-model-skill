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171"/>
    <a:srgbClr val="223089"/>
    <a:srgbClr val="FD877A"/>
    <a:srgbClr val="FDA7AB"/>
    <a:srgbClr val="FECFD1"/>
    <a:srgbClr val="2E75B5"/>
    <a:srgbClr val="8AA3B7"/>
    <a:srgbClr val="97ADC0"/>
    <a:srgbClr val="C1D3F1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06" autoAdjust="0"/>
  </p:normalViewPr>
  <p:slideViewPr>
    <p:cSldViewPr snapToGrid="0" showGuides="1">
      <p:cViewPr>
        <p:scale>
          <a:sx n="125" d="100"/>
          <a:sy n="125" d="100"/>
        </p:scale>
        <p:origin x="-528" y="72"/>
      </p:cViewPr>
      <p:guideLst>
        <p:guide orient="horz" pos="21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2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630795" y="3325121"/>
            <a:ext cx="4987684" cy="25060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99397" y="3203836"/>
            <a:ext cx="4878202" cy="25060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99397" y="685791"/>
            <a:ext cx="4878203" cy="2194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0795" y="721360"/>
            <a:ext cx="4987685" cy="21945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85230" y="1969837"/>
            <a:ext cx="2015490" cy="8420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75914" y="995238"/>
            <a:ext cx="2066544" cy="4760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27024" y="1295437"/>
            <a:ext cx="1591056" cy="32918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27024" y="863601"/>
            <a:ext cx="1591056" cy="32918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6515" y="24937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Problem1: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3605" y="583110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Problem2: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99399" y="24937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Problem4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99398" y="583110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Problem3: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92561" y="861801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ARIMA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7582" y="1311635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LSTM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9" name="右中括号 18"/>
          <p:cNvSpPr/>
          <p:nvPr/>
        </p:nvSpPr>
        <p:spPr>
          <a:xfrm>
            <a:off x="2550125" y="906624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2736434" y="1199232"/>
            <a:ext cx="599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411705" y="1023455"/>
            <a:ext cx="214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Predict interval for the number of the reported results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4154" y="1689797"/>
            <a:ext cx="21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Attributes of the word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92017" y="2035474"/>
            <a:ext cx="116586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commonness rating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192386" y="2031709"/>
            <a:ext cx="630555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entropy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919971" y="2317241"/>
            <a:ext cx="90297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number of letters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92017" y="2575876"/>
            <a:ext cx="1842315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number of vowels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92017" y="2317241"/>
            <a:ext cx="90297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frequency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87905" y="1961892"/>
            <a:ext cx="2054553" cy="344859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</a:t>
            </a:r>
            <a:r>
              <a:rPr kumimoji="0" lang="en-US" altLang="zh-CN" sz="11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precentage</a:t>
            </a: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of  Hard Mode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381909" y="2452768"/>
            <a:ext cx="2054553" cy="344859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percentage of (1,2,3,4,5,6,X)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2804834" y="2136140"/>
            <a:ext cx="564984" cy="233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32" idx="1"/>
          </p:cNvCxnSpPr>
          <p:nvPr/>
        </p:nvCxnSpPr>
        <p:spPr>
          <a:xfrm>
            <a:off x="2786747" y="2369820"/>
            <a:ext cx="595162" cy="2553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448927" y="939908"/>
            <a:ext cx="144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History and new </a:t>
            </a:r>
            <a:endParaRPr kumimoji="0" lang="en-US" altLang="zh-CN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attributes of a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71790" y="1959274"/>
            <a:ext cx="15945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Three Level:</a:t>
            </a:r>
            <a:endParaRPr kumimoji="0" lang="en-US" altLang="zh-CN" sz="11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Easy medium difficult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110221" y="950578"/>
            <a:ext cx="918210" cy="344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PCA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110221" y="1743034"/>
            <a:ext cx="918210" cy="344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GMM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7841615" y="1123007"/>
            <a:ext cx="19431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8569326" y="1336003"/>
            <a:ext cx="0" cy="3537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右中括号 47"/>
          <p:cNvSpPr/>
          <p:nvPr/>
        </p:nvSpPr>
        <p:spPr>
          <a:xfrm rot="10800000">
            <a:off x="9149092" y="850635"/>
            <a:ext cx="146304" cy="585216"/>
          </a:xfrm>
          <a:prstGeom prst="rightBracket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345109" y="846596"/>
            <a:ext cx="630686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049993" y="846595"/>
            <a:ext cx="960236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semantics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350248" y="1183618"/>
            <a:ext cx="1659981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phonetic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9222244" y="1886585"/>
            <a:ext cx="3186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0365740" y="2092649"/>
            <a:ext cx="0" cy="320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9717758" y="1714158"/>
            <a:ext cx="1352478" cy="3448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Words’ difficulty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691119" y="2443870"/>
            <a:ext cx="1352478" cy="34485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Classify “EERIE”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7893087" y="2431565"/>
            <a:ext cx="1352478" cy="3448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Identify attributes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7780621" y="1921659"/>
            <a:ext cx="255304" cy="19933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7615883" y="2425959"/>
            <a:ext cx="273357" cy="169626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946312" y="3533894"/>
            <a:ext cx="1361251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future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41925" y="4143540"/>
            <a:ext cx="1361251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future date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923707" y="4665996"/>
            <a:ext cx="1253073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Linear models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923707" y="5134231"/>
            <a:ext cx="1253073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Tree models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1" name="右中括号 70"/>
          <p:cNvSpPr/>
          <p:nvPr/>
        </p:nvSpPr>
        <p:spPr>
          <a:xfrm>
            <a:off x="2211797" y="4813538"/>
            <a:ext cx="146304" cy="585216"/>
          </a:xfrm>
          <a:prstGeom prst="rightBracket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2457095" y="5114961"/>
            <a:ext cx="279339" cy="1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3479741" y="4283456"/>
            <a:ext cx="0" cy="558458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7" idx="3"/>
          </p:cNvCxnSpPr>
          <p:nvPr/>
        </p:nvCxnSpPr>
        <p:spPr>
          <a:xfrm>
            <a:off x="2307563" y="3726292"/>
            <a:ext cx="479184" cy="276748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2303176" y="3995317"/>
            <a:ext cx="483571" cy="335383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2775875" y="3764148"/>
            <a:ext cx="1361251" cy="45453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Distribution of the reported results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2" name="弧形 81"/>
          <p:cNvSpPr/>
          <p:nvPr/>
        </p:nvSpPr>
        <p:spPr>
          <a:xfrm rot="14086265">
            <a:off x="4497778" y="3292451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84" name="直接连接符 83"/>
          <p:cNvCxnSpPr>
            <a:stCxn id="81" idx="3"/>
          </p:cNvCxnSpPr>
          <p:nvPr/>
        </p:nvCxnSpPr>
        <p:spPr>
          <a:xfrm>
            <a:off x="4137126" y="3991415"/>
            <a:ext cx="353594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4726606" y="3288144"/>
            <a:ext cx="488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1 try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721055" y="3587792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2 tries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729037" y="4144998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6 tries 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718854" y="4507477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X tries 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5400000">
            <a:off x="4826630" y="3812376"/>
            <a:ext cx="2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170831" y="5263836"/>
            <a:ext cx="1361251" cy="298713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Predict “EERIE”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538011" y="3506769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number of reported results varied over time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538010" y="3984484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percent of Hard Mode over time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6538009" y="4462199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distribution of the results(1,2,3,4,5,6,X)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538008" y="4939914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proportion of the position of the 26 letters in the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6" name="弧形 95"/>
          <p:cNvSpPr/>
          <p:nvPr/>
        </p:nvSpPr>
        <p:spPr>
          <a:xfrm rot="3103803">
            <a:off x="8633001" y="3623704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97" name="直接连接符 96"/>
          <p:cNvCxnSpPr/>
          <p:nvPr/>
        </p:nvCxnSpPr>
        <p:spPr>
          <a:xfrm flipH="1">
            <a:off x="10138355" y="4369106"/>
            <a:ext cx="351845" cy="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10386146" y="4087618"/>
            <a:ext cx="89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Find some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interesting 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things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/>
          <p:cNvCxnSpPr>
            <a:stCxn id="11" idx="2"/>
            <a:endCxn id="14" idx="0"/>
          </p:cNvCxnSpPr>
          <p:nvPr/>
        </p:nvCxnSpPr>
        <p:spPr>
          <a:xfrm>
            <a:off x="3124835" y="2915920"/>
            <a:ext cx="0" cy="408940"/>
          </a:xfrm>
          <a:prstGeom prst="straightConnector1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V="1">
            <a:off x="5618443" y="4552606"/>
            <a:ext cx="766445" cy="508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2696429" y="4926199"/>
            <a:ext cx="1719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Stacking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2" name="直接箭头连接符 1"/>
          <p:cNvCxnSpPr/>
          <p:nvPr>
            <p:custDataLst>
              <p:tags r:id="rId1"/>
            </p:custDataLst>
          </p:nvPr>
        </p:nvCxnSpPr>
        <p:spPr>
          <a:xfrm flipV="1">
            <a:off x="8909685" y="2895600"/>
            <a:ext cx="635" cy="3092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resource_record_key" val="{&quot;71&quot;:[76235679955]}"/>
  <p:tag name="commondata" val="eyJoZGlkIjoiNDllYjI0M2Q4MTcxNjFkNzNmZjRiNDE2YzdhYTA2ZjAifQ==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3C3652"/>
      </a:dk2>
      <a:lt2>
        <a:srgbClr val="FEFAFF"/>
      </a:lt2>
      <a:accent1>
        <a:srgbClr val="B98CE2"/>
      </a:accent1>
      <a:accent2>
        <a:srgbClr val="8FAAFF"/>
      </a:accent2>
      <a:accent3>
        <a:srgbClr val="6FBEFF"/>
      </a:accent3>
      <a:accent4>
        <a:srgbClr val="84D3E8"/>
      </a:accent4>
      <a:accent5>
        <a:srgbClr val="81DDDF"/>
      </a:accent5>
      <a:accent6>
        <a:srgbClr val="86DAC4"/>
      </a:accent6>
      <a:hlink>
        <a:srgbClr val="5FCBFB"/>
      </a:hlink>
      <a:folHlink>
        <a:srgbClr val="B759B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WPS 演示</Application>
  <PresentationFormat>宽屏</PresentationFormat>
  <Paragraphs>88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z.</cp:lastModifiedBy>
  <cp:revision>17</cp:revision>
  <dcterms:created xsi:type="dcterms:W3CDTF">2024-01-05T04:06:00Z</dcterms:created>
  <dcterms:modified xsi:type="dcterms:W3CDTF">2024-02-04T12:48:19Z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EE2D2BAF38304C4298E10A64FA1F7B56_13</vt:lpwstr>
  </property>
  <property fmtid="{D5CDD505-2E9C-101B-9397-08002B2CF9AE}" pid="3" name="KSOProductBuildVer">
    <vt:lpwstr>2052-12.1.0.16120</vt:lpwstr>
  </property>
</Properties>
</file>